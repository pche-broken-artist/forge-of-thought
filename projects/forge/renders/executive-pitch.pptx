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Forge of Thought — Executive pitch</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S01 — The chat answers. Nobody checks the question.</a:t>
            </a:r>
          </a:p>
        </p:txBody>
      </p:sp>
      <p:sp>
        <p:nvSpPr>
          <p:cNvPr id="3" name="Content Placeholder 2"/>
          <p:cNvSpPr>
            <a:spLocks noGrp="1"/>
          </p:cNvSpPr>
          <p:nvPr>
            <p:ph idx="1"/>
          </p:nvPr>
        </p:nvSpPr>
        <p:spPr/>
        <p:txBody>
          <a:bodyPr/>
          <a:lstStyle/>
          <a:p>
            <a:pPr lvl="0" indent="0" marL="0">
              <a:buNone/>
            </a:pPr>
            <a:r>
              <a:rPr b="1"/>
              <a:t>On slide:</a:t>
            </a:r>
            <a:r>
              <a:rPr/>
              <a:t> The chat answers. Nobody checks the question. Today: idea → chat → good answer → e-mail → assignment. The answer takes a minute. What was in the head was never examined. The error is in the question — and nobody reads the question. </a:t>
            </a:r>
            <a:r>
              <a:rPr b="1"/>
              <a:t>The mistake is upstream of the answer.</a:t>
            </a:r>
          </a:p>
          <a:p>
            <a:pPr lvl="0" indent="0" marL="0">
              <a:buNone/>
            </a:pPr>
            <a:r>
              <a:rPr b="1"/>
              <a:t>Diagram:</a:t>
            </a:r>
          </a:p>
          <a:p>
            <a:pPr lvl="0" indent="0">
              <a:buNone/>
            </a:pPr>
            <a:r>
              <a:rPr>
                <a:latin typeface="Courier"/>
              </a:rPr>
              <a:t>flowchart LR
    A[Idea] -- "?" --&gt; B[Chat]
    B --&gt; C[Assignment]</a:t>
            </a:r>
          </a:p>
          <a:p>
            <a:pPr lvl="0" indent="0" marL="0">
              <a:buNone/>
            </a:pPr>
            <a:r>
              <a:rPr b="1"/>
              <a:t>Speaker notes:</a:t>
            </a:r>
            <a:r>
              <a:rPr/>
              <a:t> You all know this picture, because you have done it. An idea forms, you type it into the chat, you get a good answer within a minute, and that answer goes out by e-mail as an assignment. The answer is usually fine; that is not the problem. The problem is that what was in your head went straight into the question, and nobody ever examined the question — not you, not the chat, not the team that received the mail. Whatever was missing or wrong in the idea is still missing or wrong, only now it is written down and moving.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S02 — A forge, not a whisperer.</a:t>
            </a:r>
          </a:p>
        </p:txBody>
      </p:sp>
      <p:sp>
        <p:nvSpPr>
          <p:cNvPr id="3" name="Content Placeholder 2"/>
          <p:cNvSpPr>
            <a:spLocks noGrp="1"/>
          </p:cNvSpPr>
          <p:nvPr>
            <p:ph idx="1"/>
          </p:nvPr>
        </p:nvSpPr>
        <p:spPr/>
        <p:txBody>
          <a:bodyPr/>
          <a:lstStyle/>
          <a:p>
            <a:pPr lvl="0" indent="0" marL="0">
              <a:buNone/>
            </a:pPr>
            <a:r>
              <a:rPr b="1"/>
              <a:t>On slide:</a:t>
            </a:r>
            <a:r>
              <a:rPr/>
              <a:t> A forge, not a whisperer. The idea enters as written and never changes. A working shape is hammered until it holds: what, why, open, dropped. Only then is an output cast: assignment, strategy paper, board proposal. The AI asks, argues back, keeps order. The human decides. </a:t>
            </a:r>
            <a:r>
              <a:rPr b="1"/>
              <a:t>Substance forged once, form cast at the end.</a:t>
            </a:r>
          </a:p>
          <a:p>
            <a:pPr lvl="0" indent="0" marL="0">
              <a:buNone/>
            </a:pPr>
            <a:r>
              <a:rPr b="1"/>
              <a:t>Diagram:</a:t>
            </a:r>
          </a:p>
          <a:p>
            <a:pPr lvl="0" indent="0">
              <a:buNone/>
            </a:pPr>
            <a:r>
              <a:rPr>
                <a:latin typeface="Courier"/>
              </a:rPr>
              <a:t>flowchart LR
    A["Idea (locked)"] --&gt; B["Working shape (rewritten)"]
    B --&gt; C["Outputs (many)"]</a:t>
            </a:r>
          </a:p>
          <a:p>
            <a:pPr lvl="0" indent="0" marL="0">
              <a:buNone/>
            </a:pPr>
            <a:r>
              <a:rPr b="1"/>
              <a:t>Speaker notes:</a:t>
            </a:r>
            <a:r>
              <a:rPr/>
              <a:t> The forge does something a chat never does: it keeps your idea exactly as you wrote it and does not let it change. From that idea a working shape is hammered out and rewritten as often as it takes — what you want, why, what is still open, what you dropped and why you dropped it. Only when that holds is an output cast, and the output can be anything: an assignment for a team, a strategy paper, a proposal for the board, an argument for the supervisory board, input to someone else’s document. Form comes last; the substance is forged once. The AI does not write your thinking for you — it asks, argues back and keeps order, and every decision stays yours.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S03 — Opponents that never saw you.</a:t>
            </a:r>
          </a:p>
        </p:txBody>
      </p:sp>
      <p:sp>
        <p:nvSpPr>
          <p:cNvPr id="3" name="Content Placeholder 2"/>
          <p:cNvSpPr>
            <a:spLocks noGrp="1"/>
          </p:cNvSpPr>
          <p:nvPr>
            <p:ph idx="1"/>
          </p:nvPr>
        </p:nvSpPr>
        <p:spPr/>
        <p:txBody>
          <a:bodyPr/>
          <a:lstStyle/>
          <a:p>
            <a:pPr lvl="0" indent="0" marL="0">
              <a:buNone/>
            </a:pPr>
            <a:r>
              <a:rPr b="1"/>
              <a:t>On slide:</a:t>
            </a:r>
            <a:r>
              <a:rPr/>
              <a:t> Opponents that never saw you. Each opponent has one job: what is unclear, or the substance itself. They read only the document — never the conversation. Every objection ends in a verdict: accepted, rejected with reason, open. One enterprise platform project: thirty-four objections, thirty-one accepted, three rejected. </a:t>
            </a:r>
            <a:r>
              <a:rPr b="1"/>
              <a:t>An AI that argues back, and a verdict that is written down.</a:t>
            </a:r>
          </a:p>
          <a:p>
            <a:pPr lvl="0" indent="0" marL="0">
              <a:buNone/>
            </a:pPr>
            <a:r>
              <a:rPr b="1"/>
              <a:t>Speaker notes:</a:t>
            </a:r>
            <a:r>
              <a:rPr/>
              <a:t> This is the experience none of you has had with a chat. Once the working shape stands, it is handed to opponents, and each of them has exactly one job: one reads nothing but the document and hunts for what is unclear or contradicts itself; another reads nothing but the document and attacks the substance — is this even the right problem, what happens in a year? More are added as the need shows, one for each angle the idea must survive. None of them knows the conversation you had, so none of them can nod along; and every objection ends in a recorded verdict — accepted, rejected with a reason written down, or left open. On one enterprise platform project that meant thirty-four objections, thirty-one accepted and three rejected with a written reason, before a single member of the team had seen the assignment.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S04 — One idea, every audience in its own language.</a:t>
            </a:r>
          </a:p>
        </p:txBody>
      </p:sp>
      <p:sp>
        <p:nvSpPr>
          <p:cNvPr id="3" name="Content Placeholder 2"/>
          <p:cNvSpPr>
            <a:spLocks noGrp="1"/>
          </p:cNvSpPr>
          <p:nvPr>
            <p:ph idx="1"/>
          </p:nvPr>
        </p:nvSpPr>
        <p:spPr/>
        <p:txBody>
          <a:bodyPr/>
          <a:lstStyle/>
          <a:p>
            <a:pPr lvl="0" indent="0" marL="0">
              <a:buNone/>
            </a:pPr>
            <a:r>
              <a:rPr b="1"/>
              <a:t>On slide:</a:t>
            </a:r>
            <a:r>
              <a:rPr/>
              <a:t> One idea, every audience in its own language. From the same substance, an output for every audience. A leadership pitch, a supplier deck, a one-page mail, a team deck. Each output has its own description: for whom, what, how long. The idea changes; everything regenerates at once, at the current version. </a:t>
            </a:r>
            <a:r>
              <a:rPr b="1"/>
              <a:t>Change the idea once; every output follows.</a:t>
            </a:r>
          </a:p>
          <a:p>
            <a:pPr lvl="0" indent="0" marL="0">
              <a:buNone/>
            </a:pPr>
            <a:r>
              <a:rPr b="1"/>
              <a:t>Diagram:</a:t>
            </a:r>
          </a:p>
          <a:p>
            <a:pPr lvl="0" indent="0">
              <a:buNone/>
            </a:pPr>
            <a:r>
              <a:rPr>
                <a:latin typeface="Courier"/>
              </a:rPr>
              <a:t>flowchart TB
    S((Forged substance))
    S --&gt; A["Five-minute pitch — group leadership"]
    S --&gt; B["Technical deck — supplier"]
    S --&gt; C["One-page mail — colleague"]
    S --&gt; D["Executive summary — executives"]
    S --&gt; E["Architecture picture — someone outside IT"]
    S --&gt; F["Deck — delivery team"]</a:t>
            </a:r>
          </a:p>
          <a:p>
            <a:pPr lvl="0" indent="0" marL="0">
              <a:buNone/>
            </a:pPr>
            <a:r>
              <a:rPr b="1"/>
              <a:t>Speaker notes:</a:t>
            </a:r>
            <a:r>
              <a:rPr/>
              <a:t> Once the substance is forged, the outputs are generated from it for each audience: a five-minute pitch for group leadership, a technical deck for a supplier, a one-page mail for a colleague, an executive summary, an architecture picture for someone outside IT, a deck for the delivery team. Each output has its own short description — for whom, what, how long — and that description is what you tune, never the text of the output itself. When the idea changes, everything regenerates at once and every output stands at the current version. No more asking which version of the deck is the right one, and no more rewriting five documents after one change.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S05 — What it means for you.</a:t>
            </a:r>
          </a:p>
        </p:txBody>
      </p:sp>
      <p:sp>
        <p:nvSpPr>
          <p:cNvPr id="3" name="Content Placeholder 2"/>
          <p:cNvSpPr>
            <a:spLocks noGrp="1"/>
          </p:cNvSpPr>
          <p:nvPr>
            <p:ph idx="1"/>
          </p:nvPr>
        </p:nvSpPr>
        <p:spPr/>
        <p:txBody>
          <a:bodyPr/>
          <a:lstStyle/>
          <a:p>
            <a:pPr lvl="0" indent="0" marL="0">
              <a:buNone/>
            </a:pPr>
            <a:r>
              <a:rPr b="1"/>
              <a:t>On slide:</a:t>
            </a:r>
            <a:r>
              <a:rPr/>
              <a:t> What it means for you. An assignment that survives the team’s first question. Every decision carries a date and a reason — a year later too. An idea from anyone; the same discipline for everyone, CEO to analyst. </a:t>
            </a:r>
            <a:r>
              <a:rPr b="1"/>
              <a:t>A chat gives you an answer. The forge gives you a decision you can stand behind.</a:t>
            </a:r>
          </a:p>
          <a:p>
            <a:pPr lvl="0" indent="0" marL="0">
              <a:buNone/>
            </a:pPr>
            <a:r>
              <a:rPr b="1"/>
              <a:t>Speaker notes:</a:t>
            </a:r>
            <a:r>
              <a:rPr/>
              <a:t> Three things, not a feature list. First, the assignment you hand over survives the team’s first question, because the opponents asked it before the team could. Second, every decision carries a date and a reason, so a year from now you can still say why — and so can whoever inherits it. Third, the idea can come from anyone, and the same discipline applies to everyone, from the CEO to the analyst. A chat gives you an answer; the forge gives you a decision you can stand behind.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2026-09-27T18:12:24Z</dcterms:created>
  <dcterms:modified xsi:type="dcterms:W3CDTF">2026-09-27T18:12:24Z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nerated">
    <vt:lpwstr>2026-09-27</vt:lpwstr>
  </property>
  <property fmtid="{D5CDD505-2E9C-101B-9397-08002B2CF9AE}" pid="3" name="inputs">
    <vt:lpwstr/>
  </property>
  <property fmtid="{D5CDD505-2E9C-101B-9397-08002B2CF9AE}" pid="4" name="project">
    <vt:lpwstr>forge</vt:lpwstr>
  </property>
  <property fmtid="{D5CDD505-2E9C-101B-9397-08002B2CF9AE}" pid="5" name="recipe">
    <vt:lpwstr>recipes/executive-pitch.md v0.6</vt:lpwstr>
  </property>
  <property fmtid="{D5CDD505-2E9C-101B-9397-08002B2CF9AE}" pid="6" name="render">
    <vt:lpwstr>executive-pitch</vt:lpwstr>
  </property>
</Properties>
</file>